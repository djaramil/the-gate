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HootCamp AI Grading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An automated evaluation system that assesses student project submissions against specific gate requirements using: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**Static Analysis** - AST-based code pattern detection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**LLM Evaluation** - Semantic understanding with retrieval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**Deterministic Checks** - Objective validation of requirements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Automate the grading process while maintaining accuracy and providing detailed feedback to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**Time-consuming**: Evaluating 40+ submissions takes hours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**Subjective**: Different instructors may grade differently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**Inconsistent**: Criteria interpretation varies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**Scalability**: Difficult to scale with class size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**Feedback**: Limited time for detailed feedback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AI Integration (1+ meaningful features)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Backend &amp; Database (Supabase/CRUD)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Authentication (User auth + protected routes)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Documentation (README + design docs)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Deployment (Live, publicly accessible)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Demo Video (3-5 minute walkthrough)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Commit Hygiene (Clean git history)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Canvas CSV → Git Clone → Clean → Validate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Source Code → AST Analysis + LLM Evaluation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Deterministic Overrides → Gate Decision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↓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Report Generation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**Modular**: Independent, reusable components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**Hybrid**: Combine static analysis + LLM evaluation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**Robust**: Deterministic overrides correct LLM errors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**Efficient**: Caching and optimization strategies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**Flexible**: Multiple LLM provider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**Purpose**: Import and prepare student submissions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**Features**: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Parse Canvas CSV exports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Clone GitHub repositories (shallow for speed)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Clean unnecessary files (node_modules, .venv)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Validate repository structure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**Technology**: Python, Git, CSV parsing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**Purpose**: Objective code analysis without LLM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**Features**: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JavaScript/TypeScript AST parsing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Detect database libraries (Supabase, Back4App, MongoDB)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Identify authentication patterns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Flag AI/ML library usage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Security pattern detection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**Technology**: Node.js, Babel parser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**Output**: JSON findings with file locations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**Purpose**: Enable semantic search over codebase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**Features**: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Sliding window chunking (1500 chars, 200 overlap)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Hybrid search: semantic + keyword matching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Reciprocal Rank Fusion (RRF) for result combination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File-hash based embedding cache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**Technology**: Python, sentence-transformers, cosine similarity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**Performance**: 40-60% speedup with cache hits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**Purpose**: Provider-agnostic LLM interface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**Supported Providers**: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**LMStudio** (Local): qwen/qwen3.6-27b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**FAU TrussedAI** (Cloud): GPT-5.4, Gemini-2.5-pro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**Fallback**: sentence-transformers for embeddings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**Features**: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Automatic provider selection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Rate limit handling (exponential backoff)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Mock mode for testing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Connection health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**Purpose**: Score gate requirements using LLM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**Process**: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Retrieve relevant code chunks (top-k)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Build structured prompt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Query LLM for feature evaluation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Parse JSON response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Apply fallback regex if needed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**Gate Features Evaluated**: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AI Integration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Backend &amp; Database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Authentication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README Completeness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Deployment Status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Demo Video Presence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**Purpose**: Correct LLM false negatives with objective checks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**Override Types**: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**README Override**: Field validation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Name, Z-number, email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Required sections presence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**Link Override**: URL pattern matching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Deployment URL validation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Demo video detection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**AI Override**: README/AST evidence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AI provider mentions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AI section detection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**Impact**: Reduces false negatives by 30-40%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**Purpose**: Compute final pass/fail decisions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**Logic**: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Must have all 6 required gates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AST validation for JS/TS projects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Evidence aggregation from all sources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**Output**: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```json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{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"gate_pass": true,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"missing_requirements": [],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"ast_issues": [],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"evidence": {...}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}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A56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1A56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Weaknesses</a:t>
                      </a:r>
                    </a:p>
                  </a:txBody>
                  <a:tcPr>
                    <a:solidFill>
                      <a:srgbClr val="1A567E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AST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Fast, objective, precise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Language-specific, limited scope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LLM Evaluation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Semantic, flexible, comprehensive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Slower, can hallucinate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**Combined**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**Best of both worlds**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**More complex**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A567E"/>
                </a:solidFill>
              </a:defRPr>
            </a:pPr>
            <a:r>
              <a:t>Why RAG?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**Context Limits**: LLMs can't process entire codebase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**Relevance**: Focus evaluation on relevant code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**Efficiency**: Reduce token usage and inference time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**Implementation**: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Chunk code into 1500-char segments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Generate embeddings for each chunk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For each gate, retrieve top-k relevant chunks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Evaluate only relevant code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**Search Strategy**: Hybrid semantic + keyword with RRF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A567E"/>
                </a:solidFill>
              </a:defRPr>
            </a:pPr>
            <a:r>
              <a:t>File-Hash Based Embedding Cache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**Problem**: Re-embedding unchanged files is wasteful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**Solution**: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Cache key: `repo_tag + file_hash(content)`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Storage: JSON file in `cache/` directory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Lookup: Check cache before embedding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**Benefits**: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40-60% speedup on re-runs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Reduced LLM API calls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Lower costs for cloud providers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1A56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1A56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Pros</a:t>
                      </a:r>
                    </a:p>
                  </a:txBody>
                  <a:tcPr>
                    <a:solidFill>
                      <a:srgbClr val="1A56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Cons</a:t>
                      </a:r>
                    </a:p>
                  </a:txBody>
                  <a:tcPr>
                    <a:solidFill>
                      <a:srgbClr val="1A567E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LMStudio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Development,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Free, no rate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Requires hardware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TrussedAI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Production, power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Powerful models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Rate limits, cost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Fallback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Always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Lower quality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**Single Repository Evaluation**: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AST Analysis: 2-5 seconds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Source Extraction: 1-2 seconds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Index Building: 5-10 seconds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LLM Evaluation: 60-120 seconds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Gate Decision: &lt;1 second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**Total: 2-3 minutes**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**Batch Evaluation**: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Average: ~3 minutes per repo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Cache hit: 40-60% faster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Checkpoint overhead: &lt;1 second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**Throughput**: 10-20 repos/hour on single machine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**Shallow Git Clones**: `--depth 1` for speed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**Embedding Cache**: Avoid re-computation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**Chunking**: Optimal size/context balance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**Dynamic Timeouts**: Scale with code size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**Checkpoint/Resume**: Recover from failures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**Future Scaling**: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Parallel repo evaluation (worker pool)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Distributed LLM inference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GPU acceleration for embeddings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Incremental evaluation (changed repos only)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Results &amp; Evaluation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56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1A56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Automated</a:t>
                      </a:r>
                    </a:p>
                  </a:txBody>
                  <a:tcPr>
                    <a:solidFill>
                      <a:srgbClr val="1A56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A567E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False Negatives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False 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-2%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Evaluation Time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10 min/repo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3 min/repo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70% faster</a:t>
                      </a:r>
                    </a:p>
                  </a:txBody>
                  <a:tcPr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**Typical Class Results**: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Full Pass: 60-70%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Partial Pass: 20-30%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Fail: 10-15%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**Common Failure Reasons**: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Missing AI integration (40%)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Incomplete backend (25%)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No deployment (20%)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Missing demo video (15%)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**Feedback Quality**: Detailed, actionable, consistent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Security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**Input Validation**: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CSV parsing validation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GitHub URL sanitization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File path validation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Content size limits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**Execution Safety**: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No code execution from repos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Read-only file operations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Subprocess timeout enforcement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AST parsing (no evaluation)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**Credential Management**: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Environment variables (.env)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Gitignored configuration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No hardcoded credentials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Provider-specific API keys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Security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**Graceful Degradation**: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LLM fails → Use AST only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Embedding fails → Zero vector fallback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AST fails → Use LLM only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Parse errors → Skip file, continue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**Error Recovery**: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Retry with exponential backoff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Checkpoint/resume for batch jobs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Fallback regex parsing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Partial result reporting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**Monitoring**: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Real-time progress tracking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Performance metrics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Error rate monitoring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Cache hit statistics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Deployment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**Prerequisites**: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Python 3.8+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Node.js 16+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Git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**Installation**: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```bash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python3 -m venv .venv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source .venv/bin/activate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pip install -r requirements.txt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npm install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cp .env.example .env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**LLM Setup**: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LMStudio: Download and start server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TrussedAI: Get API key from FAU portal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Deployment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**Single Repository Evaluation**: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```bash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python3 hc_evaluate.py evaluate-single --path test-repo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**Batch Evaluation**: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```bash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python3 hc_evaluate.py evaluate-latest --repos-dir repos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**AST Only (Fast)**: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```bash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python3 hc_evaluate.py evaluate-single --path test-repo --no-llm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**Ingest Submissions**: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```bash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python3 submissions_ingestion.py --csv submissions/week3.csv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**Multi-language AST Support**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Python, Java, Go checkers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Language-agnostic patterns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**Parallel Processing**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Worker pool for repos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Concurrent LLM calls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**Web Interface**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Results dashboard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Interactive reports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**Export Formats**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PDF reports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HTML presentations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Canvas API integration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**ML-based Scoring**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Train on human-graded examples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Adaptive scoring models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Continuous improvement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**Plagiarism Detection**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Code similarity analysis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Cross-student comparison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Citation checking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**Automated Feedback**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Specific improvement suggestions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Code quality recommendations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Best practice guidance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**CI/CD Integration**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GitHub Actions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Automated PR evaluation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Continuous grading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Failure Cases &amp;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A567E"/>
                </a:solidFill>
              </a:defRPr>
            </a:pPr>
            <a:r>
              <a:t>Case 1: LLM Describes AI but Marks Absent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LLM Response: "The project uses OpenAI's GPT-4 API and Azure Computer Vision..."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JSON: {"present": false, "explanation": "..."}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**Fix**: Override when AI mentioned in explanation but marked absent</a:t>
            </a:r>
          </a:p>
          <a:p>
            <a:pPr>
              <a:spcAft>
                <a:spcPts val="1200"/>
              </a:spcAft>
              <a:defRPr sz="2200" b="1">
                <a:solidFill>
                  <a:srgbClr val="1A567E"/>
                </a:solidFill>
              </a:defRPr>
            </a:pPr>
            <a:r>
              <a:t>Case 2: LLM Misses AI in README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README: "## AI Features - OpenAI GPT-4 for text generation"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LLM: {"present": false}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**Fix**: Deterministic README pattern matching for AI providers</a:t>
            </a:r>
          </a:p>
          <a:p>
            <a:pPr>
              <a:spcAft>
                <a:spcPts val="1200"/>
              </a:spcAft>
              <a:defRPr sz="2200" b="1">
                <a:solidFill>
                  <a:srgbClr val="1A567E"/>
                </a:solidFill>
              </a:defRPr>
            </a:pPr>
            <a:r>
              <a:t>Case 3: LLM Claims Backend Without Database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LLM: "Has API endpoints suggesting backend"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AST: No database library found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**Fix**: AST validation requires actual database libraries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**Impact**: False negatives reduced 30-40% across all gates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Workflow Diagrams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1338560" cy="5669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C3E50"/>
                </a:solidFill>
                <a:latin typeface="Courier New"/>
              </a:defRPr>
            </a:pPr>
            <a:r>
              <a:t>### Evaluation Pipeline Workflow</a:t>
            </a:r>
            <a:br/>
            <a:r>
              <a:t>```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START: Canvas CSV Export                  │</a:t>
            </a:r>
            <a:br/>
            <a:r>
              <a:t>└────────────────────────┬────────────────────────────────────┘</a:t>
            </a:r>
            <a:br/>
            <a:r>
              <a:t>                         │</a:t>
            </a:r>
            <a:br/>
            <a:r>
              <a:t>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Submission Ingestion Phase                     │</a:t>
            </a:r>
            <a:br/>
            <a:r>
              <a:t>│  ┌──────────────┐  ┌──────────────┐  ┌──────────────┐      │</a:t>
            </a:r>
            <a:br/>
            <a:r>
              <a:t>│  │ Parse CSV    │→ │ Clone Repos  │→ │ Clean &amp;      │      │</a:t>
            </a:r>
            <a:br/>
            <a:r>
              <a:t>│  │ Extract URLs │  │ (shallow)    │  │ Validate     │      │</a:t>
            </a:r>
            <a:br/>
            <a:r>
              <a:t>│  └──────────────┘  └──────────────┘  └──────────────┘      │</a:t>
            </a:r>
            <a:br/>
            <a:r>
              <a:t>└────────────────────────┬────────────────────────────────────┘</a:t>
            </a:r>
            <a:br/>
            <a:r>
              <a:t>                         │</a:t>
            </a:r>
            <a:br/>
            <a:r>
              <a:t>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Source Code Processing                          │</a:t>
            </a:r>
            <a:br/>
            <a:r>
              <a:t>│  ┌──────────────┐  ┌──────────────┐  ┌──────────────┐      │</a:t>
            </a:r>
            <a:br/>
            <a:r>
              <a:t>│  │ Extract      │→ │ Chunk Code   │→ │ Generate     │      │</a:t>
            </a:r>
            <a:br/>
            <a:r>
              <a:t>│  │ Source Files │  │ (1500 chars) │  │ Embeddings    │      │</a:t>
            </a:r>
            <a:br/>
            <a:r>
              <a:t>│  └──────────────┘  └──────────────┘  └──────────────┘      │</a:t>
            </a:r>
            <a:br/>
            <a:r>
              <a:t>│                                          │                   │</a:t>
            </a:r>
            <a:br/>
            <a:r>
              <a:t>│                              ┌───────────┴───────────┐       │</a:t>
            </a:r>
            <a:br/>
            <a:r>
              <a:t>│                              ▼                       ▼       │</a:t>
            </a:r>
            <a:br/>
            <a:r>
              <a:t>│                    ┌──────────────┐      ┌──────────────┐   │</a:t>
            </a:r>
            <a:br/>
            <a:r>
              <a:t>│                    │ Check Cache  │      │ Cache New    │   │</a:t>
            </a:r>
            <a:br/>
            <a:r>
              <a:t>│                    │ (hit/miss)   │      │ Embeddings   │   │</a:t>
            </a:r>
            <a:br/>
            <a:r>
              <a:t>│                    └──────────────┘      └──────────────┘   │</a:t>
            </a:r>
            <a:br/>
            <a:r>
              <a:t>└────────────────────────┬────────────────────────────────────┘</a:t>
            </a:r>
            <a:br/>
            <a:r>
              <a:t>                         │</a:t>
            </a:r>
            <a:br/>
            <a:r>
              <a:t>         ┌───────────────┴───────────────┐</a:t>
            </a:r>
            <a:br/>
            <a:r>
              <a:t>         │                               │</a:t>
            </a:r>
            <a:br/>
            <a:r>
              <a:t>         ▼                               ▼</a:t>
            </a:r>
            <a:br/>
            <a:r>
              <a:t>┌──────────────────┐          ┌──────────────────┐</a:t>
            </a:r>
            <a:br/>
            <a:r>
              <a:t>│  AST Analysis    │          │  LLM Evaluation  │</a:t>
            </a:r>
            <a:br/>
            <a:r>
              <a:t>│  (Node.js)       │          │  (Python)        │</a:t>
            </a:r>
            <a:br/>
            <a:r>
              <a:t>│  ┌────────────┐  │          │  ┌────────────┐  │</a:t>
            </a:r>
            <a:br/>
            <a:r>
              <a:t>│  │ Parse JS/TS│  │          │  │ Retrieve   │  │</a:t>
            </a:r>
            <a:br/>
            <a:r>
              <a:t>│  │ Detect     │  │          │  │ Top-k      │  │</a:t>
            </a:r>
            <a:br/>
            <a:r>
              <a:t>│  │ Patterns   │  │          │  │ Chunks     │  │</a:t>
            </a:r>
            <a:br/>
            <a:r>
              <a:t>│  └────────────┘  │          │  └────────────┘  │</a:t>
            </a:r>
            <a:br/>
            <a:r>
              <a:t>│  Output: JSON    │          │  ┌────────────┐  │</a:t>
            </a:r>
            <a:br/>
            <a:r>
              <a:t>│  Findings        │          │  │ Query LLM  │  │</a:t>
            </a:r>
            <a:br/>
            <a:r>
              <a:t>└──────────────────┘          │  │ for Gates  │  │</a:t>
            </a:r>
            <a:br/>
            <a:r>
              <a:t>                              │  └────────────┘  │</a:t>
            </a:r>
            <a:br/>
            <a:r>
              <a:t>                              └──────────────────┘</a:t>
            </a:r>
            <a:br/>
            <a:r>
              <a:t>         └───────────────┬───────────────┘</a:t>
            </a:r>
            <a:br/>
            <a:r>
              <a:t>                         │</a:t>
            </a:r>
            <a:br/>
            <a:r>
              <a:t>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Deterministic Overrides                         │</a:t>
            </a:r>
            <a:br/>
            <a:r>
              <a:t>│  ┌──────────────┐  ┌──────────────┐  ┌──────────────┐      │</a:t>
            </a:r>
            <a:br/>
            <a:r>
              <a:t>│  │ README Field │  │ URL Pattern  │  │ AI Evidence  │      │</a:t>
            </a:r>
            <a:br/>
            <a:r>
              <a:t>│  │ Validation   │  │ Matching     │  │ Detection    │      │</a:t>
            </a:r>
            <a:br/>
            <a:r>
              <a:t>│  └──────────────┘  └──────────────┘  └──────────────┘      │</a:t>
            </a:r>
            <a:br/>
            <a:r>
              <a:t>└────────────────────────┬────────────────────────────────────┘</a:t>
            </a:r>
            <a:br/>
            <a:r>
              <a:t>                         │</a:t>
            </a:r>
            <a:br/>
            <a:r>
              <a:t>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Gate Decision Engine                            │</a:t>
            </a:r>
            <a:br/>
            <a:r>
              <a:t>│  ┌──────────────┐  ┌──────────────┐  ┌──────────────┐      │</a:t>
            </a:r>
            <a:br/>
            <a:r>
              <a:t>│  │ Check Must-  │→ │ AST Validate │→ │ Compute Pass │      │</a:t>
            </a:r>
            <a:br/>
            <a:r>
              <a:t>│  │ Have Gates   │  │ Libraries    │  │ / Fail       │      │</a:t>
            </a:r>
            <a:br/>
            <a:r>
              <a:t>│  └──────────────┘  └──────────────┘  └──────────────┘      │</a:t>
            </a:r>
            <a:br/>
            <a:r>
              <a:t>└────────────────────────┬────────────────────────────────────┘</a:t>
            </a:r>
            <a:br/>
            <a:r>
              <a:t>                         │</a:t>
            </a:r>
            <a:br/>
            <a:r>
              <a:t>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Report Generation                               │</a:t>
            </a:r>
            <a:br/>
            <a:r>
              <a:t>│  ┌──────────────┐  ┌──────────────┐  ┌──────────────┐      │</a:t>
            </a:r>
            <a:br/>
            <a:r>
              <a:t>│  │ JSON Export  │  │ CSV Export   │  │ Markdown     │      │</a:t>
            </a:r>
            <a:br/>
            <a:r>
              <a:t>│  │ (Detailed)   │  │ (Canvas)     │  │ (Human)      │      │</a:t>
            </a:r>
            <a:br/>
            <a:r>
              <a:t>│  └──────────────┘  └──────────────┘  └──────────────┘      │</a:t>
            </a:r>
            <a:br/>
            <a:r>
              <a:t>└────────────────────────┬────────────────────────────────────┘</a:t>
            </a:r>
            <a:br/>
            <a:r>
              <a:t>                         │</a:t>
            </a:r>
            <a:br/>
            <a:r>
              <a:t>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END: Results Saved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State Diagrams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1338560" cy="5669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C3E50"/>
                </a:solidFill>
                <a:latin typeface="Courier New"/>
              </a:defRPr>
            </a:pPr>
            <a:r>
              <a:t>### Repository Evaluation State Machine</a:t>
            </a:r>
            <a:br/>
            <a:r>
              <a:t>```</a:t>
            </a:r>
            <a:br/>
            <a:r>
              <a:t>                    ┌─────────────┐</a:t>
            </a:r>
            <a:br/>
            <a:r>
              <a:t>                    │   INITIAL   │</a:t>
            </a:r>
            <a:br/>
            <a:r>
              <a:t>                    └──────┬──────┘</a:t>
            </a:r>
            <a:br/>
            <a:r>
              <a:t>                           │</a:t>
            </a:r>
            <a:br/>
            <a:r>
              <a:t>                           ▼</a:t>
            </a:r>
            <a:br/>
            <a:r>
              <a:t>                    ┌─────────────┐</a:t>
            </a:r>
            <a:br/>
            <a:r>
              <a:t>                    │  INGESTING  │</a:t>
            </a:r>
            <a:br/>
            <a:r>
              <a:t>                    │ (Clone/Clean)│</a:t>
            </a:r>
            <a:br/>
            <a:r>
              <a:t>                    └──────┬──────┘</a:t>
            </a:r>
            <a:br/>
            <a:r>
              <a:t>                           │</a:t>
            </a:r>
            <a:br/>
            <a:r>
              <a:t>                ┌──────────┴──────────┐</a:t>
            </a:r>
            <a:br/>
            <a:r>
              <a:t>                │                     │</a:t>
            </a:r>
            <a:br/>
            <a:r>
              <a:t>                ▼                     ▼</a:t>
            </a:r>
            <a:br/>
            <a:r>
              <a:t>         ┌──────────┐          ┌──────────┐</a:t>
            </a:r>
            <a:br/>
            <a:r>
              <a:t>         │  VALID   │          │ INVALID  │</a:t>
            </a:r>
            <a:br/>
            <a:r>
              <a:t>         └─────┬────┘          └────┬─────┘</a:t>
            </a:r>
            <a:br/>
            <a:r>
              <a:t>               │                   │</a:t>
            </a:r>
            <a:br/>
            <a:r>
              <a:t>               ▼                   ▼</a:t>
            </a:r>
            <a:br/>
            <a:r>
              <a:t>         ┌──────────┐          ┌──────────┐</a:t>
            </a:r>
            <a:br/>
            <a:r>
              <a:t>         │AST_ANALYSIS│         │  SKIP    │</a:t>
            </a:r>
            <a:br/>
            <a:r>
              <a:t>         └─────┬────┘          └──────────┘</a:t>
            </a:r>
            <a:br/>
            <a:r>
              <a:t>               │</a:t>
            </a:r>
            <a:br/>
            <a:r>
              <a:t>               ▼</a:t>
            </a:r>
            <a:br/>
            <a:r>
              <a:t>         ┌──────────┐</a:t>
            </a:r>
            <a:br/>
            <a:r>
              <a:t>         │ INDEXING │</a:t>
            </a:r>
            <a:br/>
            <a:r>
              <a:t>         │(Embed)   │</a:t>
            </a:r>
            <a:br/>
            <a:r>
              <a:t>         └─────┬────┘</a:t>
            </a:r>
            <a:br/>
            <a:r>
              <a:t>               │</a:t>
            </a:r>
            <a:br/>
            <a:r>
              <a:t>               ▼</a:t>
            </a:r>
            <a:br/>
            <a:r>
              <a:t>         ┌──────────┐</a:t>
            </a:r>
            <a:br/>
            <a:r>
              <a:t>         │ LLM_EVAL │</a:t>
            </a:r>
            <a:br/>
            <a:r>
              <a:t>         └─────┬────┘</a:t>
            </a:r>
            <a:br/>
            <a:r>
              <a:t>               │</a:t>
            </a:r>
            <a:br/>
            <a:r>
              <a:t>               ▼</a:t>
            </a:r>
            <a:br/>
            <a:r>
              <a:t>         ┌──────────┐</a:t>
            </a:r>
            <a:br/>
            <a:r>
              <a:t>         │ OVERRIDE │</a:t>
            </a:r>
            <a:br/>
            <a:r>
              <a:t>         └─────┬────┘</a:t>
            </a:r>
            <a:br/>
            <a:r>
              <a:t>               │</a:t>
            </a:r>
            <a:br/>
            <a:r>
              <a:t>               ▼</a:t>
            </a:r>
            <a:br/>
            <a:r>
              <a:t>         ┌──────────┐</a:t>
            </a:r>
            <a:br/>
            <a:r>
              <a:t>         │ DECISION │</a:t>
            </a:r>
            <a:br/>
            <a:r>
              <a:t>         └─────┬────┘</a:t>
            </a:r>
            <a:br/>
            <a:r>
              <a:t>               │</a:t>
            </a:r>
            <a:br/>
            <a:r>
              <a:t>               ▼</a:t>
            </a:r>
            <a:br/>
            <a:r>
              <a:t>         ┌──────────┐</a:t>
            </a:r>
            <a:br/>
            <a:r>
              <a:t>         │ COMPLETE │</a:t>
            </a:r>
            <a:br/>
            <a:r>
              <a:t>         └──────────┘</a:t>
            </a:r>
            <a:br/>
            <a:r>
              <a:t>```</a:t>
            </a:r>
            <a:br/>
            <a:r>
              <a:t>### LLM Provider State Machine</a:t>
            </a:r>
            <a:br/>
            <a:r>
              <a:t>```</a:t>
            </a:r>
            <a:br/>
            <a:r>
              <a:t>                    ┌─────────────┐</a:t>
            </a:r>
            <a:br/>
            <a:r>
              <a:t>                    │   SELECT   │</a:t>
            </a:r>
            <a:br/>
            <a:r>
              <a:t>                    │  PROVIDER  │</a:t>
            </a:r>
            <a:br/>
            <a:r>
              <a:t>                    └──────┬──────┘</a:t>
            </a:r>
            <a:br/>
            <a:r>
              <a:t>                           │</a:t>
            </a:r>
            <a:br/>
            <a:r>
              <a:t>                ┌──────────┴──────────┐</a:t>
            </a:r>
            <a:br/>
            <a:r>
              <a:t>                │                     │</a:t>
            </a:r>
            <a:br/>
            <a:r>
              <a:t>                ▼                     ▼</a:t>
            </a:r>
            <a:br/>
            <a:r>
              <a:t>         ┌──────────┐          ┌──────────┐</a:t>
            </a:r>
            <a:br/>
            <a:r>
              <a:t>         │LMSTUDIO  │          │TRUSSEDAI │</a:t>
            </a:r>
            <a:br/>
            <a:r>
              <a:t>         └────┬─────┘          └────┬─────┘</a:t>
            </a:r>
            <a:br/>
            <a:r>
              <a:t>              │                    │</a:t>
            </a:r>
            <a:br/>
            <a:r>
              <a:t>              ▼                    ▼</a:t>
            </a:r>
            <a:br/>
            <a:r>
              <a:t>         ┌──────────┐          ┌──────────┐</a:t>
            </a:r>
            <a:br/>
            <a:r>
              <a:t>         │ CONNECT  │          │ CONNECT  │</a:t>
            </a:r>
            <a:br/>
            <a:r>
              <a:t>         └────┬─────┘          └────┬─────┘</a:t>
            </a:r>
            <a:br/>
            <a:r>
              <a:t>              │                    │</a:t>
            </a:r>
            <a:br/>
            <a:r>
              <a:t>      ┌───────┴───────┐    ┌─────┴──────┐</a:t>
            </a:r>
            <a:br/>
            <a:r>
              <a:t>      │               │    │            │</a:t>
            </a:r>
            <a:br/>
            <a:r>
              <a:t>      ▼               ▼    ▼            ▼</a:t>
            </a:r>
            <a:br/>
            <a:r>
              <a:t> ┌──────────┐  ┌──────────┐ ┌──────────┐ ┌──────────┐</a:t>
            </a:r>
            <a:br/>
            <a:r>
              <a:t> │ SUCCESS  │  │  ERROR   ││ SUCCESS  │ │  ERROR   │</a:t>
            </a:r>
            <a:br/>
            <a:r>
              <a:t> └────┬─────┘  └────┬─────┘└────┬─────┘ └────┬─────┘</a:t>
            </a:r>
            <a:br/>
            <a:r>
              <a:t>      │             │         │            │</a:t>
            </a:r>
            <a:br/>
            <a:r>
              <a:t>      ▼             ▼         ▼            ▼</a:t>
            </a:r>
            <a:br/>
            <a:r>
              <a:t> ┌──────────┐  ┌──────────┐ ┌──────────┐ ┌──────────┐</a:t>
            </a:r>
            <a:br/>
            <a:r>
              <a:t> │  QUERY   │  │ FALLBACK ││  QUERY   │ │ RETRY    │</a:t>
            </a:r>
            <a:br/>
            <a:r>
              <a:t> └────┬─────┘  └────┬─────┘└────┬─────┘ └────┬─────┘</a:t>
            </a:r>
            <a:br/>
            <a:r>
              <a:t>      │             │         │            │</a:t>
            </a:r>
            <a:br/>
            <a:r>
              <a:t>      ▼             ▼         ▼            │</a:t>
            </a:r>
            <a:br/>
            <a:r>
              <a:t> ┌──────────┐  ┌──────────┐ ┌──────────┐    │</a:t>
            </a:r>
            <a:br/>
            <a:r>
              <a:t> │ RESPONSE │  │ FALLBACK ││ RESPONSE │    │</a:t>
            </a:r>
            <a:br/>
            <a:r>
              <a:t> └────┬─────┘  └────┬─────┘└────┬─────┘    │</a:t>
            </a:r>
            <a:br/>
            <a:r>
              <a:t>      │             │         │            │</a:t>
            </a:r>
            <a:br/>
            <a:r>
              <a:t>      └─────────────┴─────────┴────────────┘</a:t>
            </a:r>
            <a:br/>
            <a:r>
              <a:t>                          │</a:t>
            </a:r>
            <a:br/>
            <a:r>
              <a:t>                          ▼</a:t>
            </a:r>
            <a:br/>
            <a:r>
              <a:t>                   ┌──────────┐</a:t>
            </a:r>
            <a:br/>
            <a:r>
              <a:t>                   │  RETURN  │</a:t>
            </a:r>
            <a:br/>
            <a:r>
              <a:t>                   └──────────┘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Flow Diagrams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1338560" cy="5669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D9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C3E50"/>
                </a:solidFill>
                <a:latin typeface="Courier New"/>
              </a:defRPr>
            </a:pPr>
            <a:r>
              <a:t>### Data Flow Through System</a:t>
            </a:r>
            <a:br/>
            <a:r>
              <a:t>```</a:t>
            </a:r>
            <a:br/>
            <a:r>
              <a:t>┌──────────────┐</a:t>
            </a:r>
            <a:br/>
            <a:r>
              <a:t>│ Canvas CSV   │</a:t>
            </a:r>
            <a:br/>
            <a:r>
              <a:t>│ Export       │</a:t>
            </a:r>
            <a:br/>
            <a:r>
              <a:t>└──────┬───────┘</a:t>
            </a:r>
            <a:br/>
            <a:r>
              <a:t>       │ CSV Data</a:t>
            </a:r>
            <a:br/>
            <a:r>
              <a:t>       ▼</a:t>
            </a:r>
            <a:br/>
            <a:r>
              <a:t>┌──────────────┐</a:t>
            </a:r>
            <a:br/>
            <a:r>
              <a:t>│ Submissions  │</a:t>
            </a:r>
            <a:br/>
            <a:r>
              <a:t>│ Ingestion    │</a:t>
            </a:r>
            <a:br/>
            <a:r>
              <a:t>└──────┬───────┘</a:t>
            </a:r>
            <a:br/>
            <a:r>
              <a:t>       │ GitHub URLs</a:t>
            </a:r>
            <a:br/>
            <a:r>
              <a:t>       ▼</a:t>
            </a:r>
            <a:br/>
            <a:r>
              <a:t>┌──────────────┐</a:t>
            </a:r>
            <a:br/>
            <a:r>
              <a:t>│ Git Clone    │</a:t>
            </a:r>
            <a:br/>
            <a:r>
              <a:t>│ Service      │</a:t>
            </a:r>
            <a:br/>
            <a:r>
              <a:t>└──────┬───────┘</a:t>
            </a:r>
            <a:br/>
            <a:r>
              <a:t>       │ Repository Files</a:t>
            </a:r>
            <a:br/>
            <a:r>
              <a:t>       ▼</a:t>
            </a:r>
            <a:br/>
            <a:r>
              <a:t>┌──────────────┐</a:t>
            </a:r>
            <a:br/>
            <a:r>
              <a:t>│ File Filter  │</a:t>
            </a:r>
            <a:br/>
            <a:r>
              <a:t>│ &amp; Cleaner    │</a:t>
            </a:r>
            <a:br/>
            <a:r>
              <a:t>└──────┬───────┘</a:t>
            </a:r>
            <a:br/>
            <a:r>
              <a:t>       │ Source Files</a:t>
            </a:r>
            <a:br/>
            <a:r>
              <a:t>       ▼</a:t>
            </a:r>
            <a:br/>
            <a:r>
              <a:t>    ┌──┴──┐</a:t>
            </a:r>
            <a:br/>
            <a:r>
              <a:t>    │     │</a:t>
            </a:r>
            <a:br/>
            <a:r>
              <a:t>    ▼     ▼</a:t>
            </a:r>
            <a:br/>
            <a:r>
              <a:t>┌─────┐ ┌─────┐</a:t>
            </a:r>
            <a:br/>
            <a:r>
              <a:t>│ AST │ │Code │</a:t>
            </a:r>
            <a:br/>
            <a:r>
              <a:t>│Check│ │Chunk│</a:t>
            </a:r>
            <a:br/>
            <a:r>
              <a:t>└──┬──┘ └──┬──┘</a:t>
            </a:r>
            <a:br/>
            <a:r>
              <a:t>   │      │</a:t>
            </a:r>
            <a:br/>
            <a:r>
              <a:t>   │      │ Chunks</a:t>
            </a:r>
            <a:br/>
            <a:r>
              <a:t>   │      ▼</a:t>
            </a:r>
            <a:br/>
            <a:r>
              <a:t>   │ ┌──────────┐</a:t>
            </a:r>
            <a:br/>
            <a:r>
              <a:t>   │ │ Embedding│</a:t>
            </a:r>
            <a:br/>
            <a:r>
              <a:t>   │ │ Generator│</a:t>
            </a:r>
            <a:br/>
            <a:r>
              <a:t>   │ └────┬─────┘</a:t>
            </a:r>
            <a:br/>
            <a:r>
              <a:t>   │      │ Embeddings</a:t>
            </a:r>
            <a:br/>
            <a:r>
              <a:t>   │      ▼</a:t>
            </a:r>
            <a:br/>
            <a:r>
              <a:t>   │ ┌──────────┐</a:t>
            </a:r>
            <a:br/>
            <a:r>
              <a:t>   │ │  Cache   │</a:t>
            </a:r>
            <a:br/>
            <a:r>
              <a:t>   │ └────┬─────┘</a:t>
            </a:r>
            <a:br/>
            <a:r>
              <a:t>   │      │ Cached Embeddings</a:t>
            </a:r>
            <a:br/>
            <a:r>
              <a:t>   │      ▼</a:t>
            </a:r>
            <a:br/>
            <a:r>
              <a:t>   │ ┌──────────┐</a:t>
            </a:r>
            <a:br/>
            <a:r>
              <a:t>   │ │Retrieval │</a:t>
            </a:r>
            <a:br/>
            <a:r>
              <a:t>   │ │ System   │</a:t>
            </a:r>
            <a:br/>
            <a:r>
              <a:t>   │ └────┬─────┘</a:t>
            </a:r>
            <a:br/>
            <a:r>
              <a:t>   │      │ Relevant Chunks</a:t>
            </a:r>
            <a:br/>
            <a:r>
              <a:t>   │      ▼</a:t>
            </a:r>
            <a:br/>
            <a:r>
              <a:t>   │ ┌──────────┐</a:t>
            </a:r>
            <a:br/>
            <a:r>
              <a:t>   │ │  LLM     │</a:t>
            </a:r>
            <a:br/>
            <a:r>
              <a:t>   │ │ Adapter  │</a:t>
            </a:r>
            <a:br/>
            <a:r>
              <a:t>   │ └────┬─────┘</a:t>
            </a:r>
            <a:br/>
            <a:r>
              <a:t>   │      │ LLM Response</a:t>
            </a:r>
            <a:br/>
            <a:r>
              <a:t>   │      ▼</a:t>
            </a:r>
            <a:br/>
            <a:r>
              <a:t>   │ ┌──────────┐</a:t>
            </a:r>
            <a:br/>
            <a:r>
              <a:t>   │ │ Gate     │</a:t>
            </a:r>
            <a:br/>
            <a:r>
              <a:t>   │ │ Eval     │</a:t>
            </a:r>
            <a:br/>
            <a:r>
              <a:t>   │ └────┬─────┘</a:t>
            </a:r>
            <a:br/>
            <a:r>
              <a:t>   │      │ Gate Scores</a:t>
            </a:r>
            <a:br/>
            <a:r>
              <a:t>   │      ▼</a:t>
            </a:r>
            <a:br/>
            <a:r>
              <a:t>   └──────┴──────────┐</a:t>
            </a:r>
            <a:br/>
            <a:r>
              <a:t>                    │</a:t>
            </a:r>
            <a:br/>
            <a:r>
              <a:t>                    ▼</a:t>
            </a:r>
            <a:br/>
            <a:r>
              <a:t>            ┌──────────────┐</a:t>
            </a:r>
            <a:br/>
            <a:r>
              <a:t>            │ Deterministic│</a:t>
            </a:r>
            <a:br/>
            <a:r>
              <a:t>            │ Overrides    │</a:t>
            </a:r>
            <a:br/>
            <a:r>
              <a:t>            └──────┬───────┘</a:t>
            </a:r>
            <a:br/>
            <a:r>
              <a:t>                   │</a:t>
            </a:r>
            <a:br/>
            <a:r>
              <a:t>                   ▼</a:t>
            </a:r>
            <a:br/>
            <a:r>
              <a:t>            ┌──────────────┐</a:t>
            </a:r>
            <a:br/>
            <a:r>
              <a:t>            │ Gate Decision│</a:t>
            </a:r>
            <a:br/>
            <a:r>
              <a:t>            └──────┬───────┘</a:t>
            </a:r>
            <a:br/>
            <a:r>
              <a:t>                   │</a:t>
            </a:r>
            <a:br/>
            <a:r>
              <a:t>                   ▼</a:t>
            </a:r>
            <a:br/>
            <a:r>
              <a:t>            ┌──────────────┐</a:t>
            </a:r>
            <a:br/>
            <a:r>
              <a:t>            │ Report       │</a:t>
            </a:r>
            <a:br/>
            <a:r>
              <a:t>            │ Generator    │</a:t>
            </a:r>
            <a:br/>
            <a:r>
              <a:t>            └──────┬───────┘</a:t>
            </a:r>
            <a:br/>
            <a:r>
              <a:t>                   │</a:t>
            </a:r>
            <a:br/>
            <a:r>
              <a:t>                   ▼</a:t>
            </a:r>
            <a:br/>
            <a:r>
              <a:t>            ┌──────────────┐</a:t>
            </a:r>
            <a:br/>
            <a:r>
              <a:t>            │ Results      │</a:t>
            </a:r>
            <a:br/>
            <a:r>
              <a:t>            │ (JSON/CSV)   │</a:t>
            </a:r>
            <a:br/>
            <a:r>
              <a:t>            └──────────────┘</a:t>
            </a:r>
            <a:br/>
            <a:r>
              <a:t>```</a:t>
            </a:r>
            <a:br/>
            <a:r>
              <a:t>### Cache Data Flow</a:t>
            </a:r>
            <a:br/>
            <a:r>
              <a:t>```</a:t>
            </a:r>
            <a:br/>
            <a:r>
              <a:t>┌──────────────┐</a:t>
            </a:r>
            <a:br/>
            <a:r>
              <a:t>│ Chunk Content│</a:t>
            </a:r>
            <a:br/>
            <a:r>
              <a:t>└──────┬───────┘</a:t>
            </a:r>
            <a:br/>
            <a:r>
              <a:t>       │</a:t>
            </a:r>
            <a:br/>
            <a:r>
              <a:t>       ▼</a:t>
            </a:r>
            <a:br/>
            <a:r>
              <a:t>┌──────────────┐</a:t>
            </a:r>
            <a:br/>
            <a:r>
              <a:t>│ Hash Function│</a:t>
            </a:r>
            <a:br/>
            <a:r>
              <a:t>│ (SHA-256)    │</a:t>
            </a:r>
            <a:br/>
            <a:r>
              <a:t>└──────┬───────┘</a:t>
            </a:r>
            <a:br/>
            <a:r>
              <a:t>       │</a:t>
            </a:r>
            <a:br/>
            <a:r>
              <a:t>       ▼</a:t>
            </a:r>
            <a:br/>
            <a:r>
              <a:t>┌──────────────┐</a:t>
            </a:r>
            <a:br/>
            <a:r>
              <a:t>│ Cache Key    │</a:t>
            </a:r>
            <a:br/>
            <a:r>
              <a:t>│ repo+hash    │</a:t>
            </a:r>
            <a:br/>
            <a:r>
              <a:t>└──────┬───────┘</a:t>
            </a:r>
            <a:br/>
            <a:r>
              <a:t>       │</a:t>
            </a:r>
            <a:br/>
            <a:r>
              <a:t>       ▼</a:t>
            </a:r>
            <a:br/>
            <a:r>
              <a:t>    ┌──┴──┐</a:t>
            </a:r>
            <a:br/>
            <a:r>
              <a:t>    │     │</a:t>
            </a:r>
            <a:br/>
            <a:r>
              <a:t>    ▼     ▼</a:t>
            </a:r>
            <a:br/>
            <a:r>
              <a:t>┌─────┐ ┌─────┐</a:t>
            </a:r>
            <a:br/>
            <a:r>
              <a:t>│Cache│ │Embed│</a:t>
            </a:r>
            <a:br/>
            <a:r>
              <a:t>│Lookup│ │Gen  │</a:t>
            </a:r>
            <a:br/>
            <a:r>
              <a:t>└──┬──┘ └──┬──┘</a:t>
            </a:r>
            <a:br/>
            <a:r>
              <a:t>   │      │</a:t>
            </a:r>
            <a:br/>
            <a:r>
              <a:t>   │ Hit  │ Miss</a:t>
            </a:r>
            <a:br/>
            <a:r>
              <a:t>   │      │</a:t>
            </a:r>
            <a:br/>
            <a:r>
              <a:t>   ▼      ▼</a:t>
            </a:r>
            <a:br/>
            <a:r>
              <a:t>┌─────┐ ┌─────┐</a:t>
            </a:r>
            <a:br/>
            <a:r>
              <a:t>│Return│ │Cache│</a:t>
            </a:r>
            <a:br/>
            <a:r>
              <a:t>│Embed│ │Store│</a:t>
            </a:r>
            <a:br/>
            <a:r>
              <a:t>└─────┘ └─────┘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**Hybrid Approach Works**: AST + LLM &gt; either alone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**Overrides are Critical**: LLMs need objective corrections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**Caching is Essential**: 40-60% performance improvement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**Rate Limits Matter**: Exponential backoff is necessary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**Validation is Key**: Input validation prevents issues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**Start Simple**: AST first, then add LLM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**Test Early**: Unit tests save time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**Monitor Everything**: Performance metrics guide optimization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**Document Well**: Architecture docs aid maintenance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**Iterate Quickly**: Small, frequent improvements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The HootCamp AI Grading system successfully automates student project evaluation by: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**Combining** static analysis and LLM evaluation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**Providing** accurate, consistent grading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**Reducing** evaluation time by 70%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**Delivering** detailed, actionable feedback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**Scaling** to handle class-sized workloads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**Instructors**: Save time, ensure consistency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**Students**: Receive faster, detailed feedback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**Institution**: Scalable grading solution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A567E"/>
                </a:solidFill>
              </a:defRPr>
            </a:pPr>
            <a:r>
              <a:t>Thank You!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Documentation: `docs/DESIGN.md`, `docs/ARCHITECTURE.md`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Repository: Available on GitHub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Contact: [Your contact information]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Appendix: 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```json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{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"repo": "student_project",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"findings": [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{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"code": "SUPABASE_CLIENT",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"message": "Supabase client initialization",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"file": "src/db/supabase.js",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"line": 10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},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{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"code": "AUTH_LIB",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"message": "Authentication library usage",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"file": "src/auth/login.js",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"line": 5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}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]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}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Appendix: 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```json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{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"ai_integration": {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"present": true,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"explanation": "Found OpenAI API usage in src/ai/chat.js for generating responses. Integration includes context management and error handling."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},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"backend_database": {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"present": true,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"explanation": "Supabase client configured with full CRUD operations. Tables: users, messages, settings."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},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"authentication": {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"present": true,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"explanation": "JWT-based authentication with protected routes using middleware."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}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}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Appendix: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```bash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LLM_PROVIDER=lmstudio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LMSTUDIO_HOST=http://localhost:1234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LMSTUDIO_MODEL=qwen/qwen3.6-27b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LMSTUDIO_EMBED_MODEL=text-embedding-nomic-embed-text-v1.5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FALLBACK_EMBED_MODEL=sentence-transformers/all-mpnet-base-v2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MOCK_MODE=false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```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End of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1A567E"/>
                </a:solidFill>
              </a:defRPr>
            </a:pPr>
            <a:r>
              <a:t>HootCamp AI Grading System</a:t>
            </a:r>
          </a:p>
          <a:p>
            <a:pPr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Automated Evaluation of Student Coding 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